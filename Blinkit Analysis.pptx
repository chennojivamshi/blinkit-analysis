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36985F1-78C3-EC87-83A0-2D323CD4C9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15" y="6114979"/>
            <a:ext cx="860309" cy="62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D56A6E6-9FEB-E12A-1F6A-8FCBFFF9CF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15" y="6114979"/>
            <a:ext cx="860309" cy="620857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145" y="2114527"/>
            <a:ext cx="11139524" cy="3985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Chart Type: Donut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Bar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Stacked Column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Line Chart.</a:t>
            </a:r>
          </a:p>
        </p:txBody>
      </p:sp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D56A6E6-9FEB-E12A-1F6A-8FCBFFF9CF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15" y="6114979"/>
            <a:ext cx="860309" cy="620857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308322"/>
            <a:ext cx="11353802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</a:rPr>
              <a:t>5.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Donut/ Pie Chart.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Funnel Map.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Items, Average Rating) 	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Matrix Card.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396</Words>
  <Application>Microsoft Office PowerPoint</Application>
  <PresentationFormat>Widescreen</PresentationFormat>
  <Paragraphs>38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chennoji vamshi</cp:lastModifiedBy>
  <cp:revision>13</cp:revision>
  <dcterms:created xsi:type="dcterms:W3CDTF">2024-06-24T12:27:37Z</dcterms:created>
  <dcterms:modified xsi:type="dcterms:W3CDTF">2025-12-06T08:13:16Z</dcterms:modified>
</cp:coreProperties>
</file>